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the West's growth.</a:t>
            </a:r>
          </a:p>
        </p:txBody>
      </p:sp>
    </p:spTree>
  </p:cSld>
  <p:clrMapOvr>
    <a:masterClrMapping/>
  </p:clrMapOvr>
</p:note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Revenue up 5%</a:t>
            </a:r>
          </a:p>
          <a:p>
            <a:pPr lvl="1"/>
            <a:r>
              <a:rPr lang="en-GB" dirty="0"/>
              <a:t>North 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096000" cy="741680"/>
        </p:xfrm>
        <a:graphic>
          <a:graphicData uri="http://schemas.openxmlformats.org/drawingml/2006/table">
            <a:tbl>
              <a:tblPr firstRow="1" bandRow="1"/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